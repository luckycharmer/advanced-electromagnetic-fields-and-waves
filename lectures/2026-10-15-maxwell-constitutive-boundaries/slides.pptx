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05290cf30b4a11" /><Relationship Type="http://schemas.openxmlformats.org/officeDocument/2006/relationships/extended-properties" Target="/docProps/app.xml" Id="Rd921d96c6a5f4260" /><Relationship Type="http://schemas.openxmlformats.org/officeDocument/2006/relationships/officeDocument" Target="/ppt/presentation.xml" Id="R4b5ab8abb521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a45e168134786"/>
  </p:sldMasterIdLst>
  <p:notesMasterIdLst>
    <p:notesMasterId xmlns:r="http://schemas.openxmlformats.org/officeDocument/2006/relationships" r:id="R746a809eb157487b"/>
  </p:notesMasterIdLst>
  <p:sldIdLst>
    <p:sldId xmlns:r="http://schemas.openxmlformats.org/officeDocument/2006/relationships" id="256" r:id="R2fb5f79bf1534579"/>
    <p:sldId xmlns:r="http://schemas.openxmlformats.org/officeDocument/2006/relationships" id="257" r:id="Rc05ab4da274f4261"/>
    <p:sldId xmlns:r="http://schemas.openxmlformats.org/officeDocument/2006/relationships" id="258" r:id="R80b119f1dd794bc9"/>
    <p:sldId xmlns:r="http://schemas.openxmlformats.org/officeDocument/2006/relationships" id="259" r:id="R7cbf89b57aa24ed9"/>
    <p:sldId xmlns:r="http://schemas.openxmlformats.org/officeDocument/2006/relationships" id="260" r:id="Rc4a74526c98f4ba0"/>
    <p:sldId xmlns:r="http://schemas.openxmlformats.org/officeDocument/2006/relationships" id="261" r:id="R412d2e85291a4e75"/>
    <p:sldId xmlns:r="http://schemas.openxmlformats.org/officeDocument/2006/relationships" id="262" r:id="Ra4ceeb64a3a04411"/>
    <p:sldId xmlns:r="http://schemas.openxmlformats.org/officeDocument/2006/relationships" id="263" r:id="R6df5a43ffcc742f9"/>
    <p:sldId xmlns:r="http://schemas.openxmlformats.org/officeDocument/2006/relationships" id="264" r:id="R69bd9b1e85034006"/>
    <p:sldId xmlns:r="http://schemas.openxmlformats.org/officeDocument/2006/relationships" id="265" r:id="Raa72a89d168b4767"/>
    <p:sldId xmlns:r="http://schemas.openxmlformats.org/officeDocument/2006/relationships" id="266" r:id="R65688f3e02ab42ca"/>
    <p:sldId xmlns:r="http://schemas.openxmlformats.org/officeDocument/2006/relationships" id="267" r:id="Rea98a95c4c1a4884"/>
    <p:sldId xmlns:r="http://schemas.openxmlformats.org/officeDocument/2006/relationships" id="268" r:id="Rd97ef9ce395c4835"/>
    <p:sldId xmlns:r="http://schemas.openxmlformats.org/officeDocument/2006/relationships" id="269" r:id="Re2d38e9c7edb43dc"/>
    <p:sldId xmlns:r="http://schemas.openxmlformats.org/officeDocument/2006/relationships" id="270" r:id="Raee9486ec3984d02"/>
    <p:sldId xmlns:r="http://schemas.openxmlformats.org/officeDocument/2006/relationships" id="271" r:id="R09f08f49cf8747c5"/>
    <p:sldId xmlns:r="http://schemas.openxmlformats.org/officeDocument/2006/relationships" id="272" r:id="Rbc316f208f124db8"/>
    <p:sldId xmlns:r="http://schemas.openxmlformats.org/officeDocument/2006/relationships" id="273" r:id="R1b721bf58a6e4ea1"/>
    <p:sldId xmlns:r="http://schemas.openxmlformats.org/officeDocument/2006/relationships" id="274" r:id="R958c379f576e469e"/>
    <p:sldId xmlns:r="http://schemas.openxmlformats.org/officeDocument/2006/relationships" id="275" r:id="R2bbecde75c0e41fa"/>
    <p:sldId xmlns:r="http://schemas.openxmlformats.org/officeDocument/2006/relationships" id="276" r:id="Rde114ee5199e4e4f"/>
    <p:sldId xmlns:r="http://schemas.openxmlformats.org/officeDocument/2006/relationships" id="277" r:id="R0d83e72fe28543cb"/>
    <p:sldId xmlns:r="http://schemas.openxmlformats.org/officeDocument/2006/relationships" id="278" r:id="R1f9e1c351fa54e42"/>
    <p:sldId xmlns:r="http://schemas.openxmlformats.org/officeDocument/2006/relationships" id="279" r:id="R0bfcb73d8fde4b93"/>
    <p:sldId xmlns:r="http://schemas.openxmlformats.org/officeDocument/2006/relationships" id="280" r:id="Rc986e8ea941c43d6"/>
    <p:sldId xmlns:r="http://schemas.openxmlformats.org/officeDocument/2006/relationships" id="281" r:id="Raee112b8ebb84921"/>
    <p:sldId xmlns:r="http://schemas.openxmlformats.org/officeDocument/2006/relationships" id="282" r:id="R55c86288b75d4aa9"/>
    <p:sldId xmlns:r="http://schemas.openxmlformats.org/officeDocument/2006/relationships" id="283" r:id="Rd2795b7ef24143c4"/>
    <p:sldId xmlns:r="http://schemas.openxmlformats.org/officeDocument/2006/relationships" id="284" r:id="Rc4da4f007cb34dc4"/>
    <p:sldId xmlns:r="http://schemas.openxmlformats.org/officeDocument/2006/relationships" id="285" r:id="Rda54d52eb803499c"/>
    <p:sldId xmlns:r="http://schemas.openxmlformats.org/officeDocument/2006/relationships" id="286" r:id="Rf76fb1259e3b4755"/>
    <p:sldId xmlns:r="http://schemas.openxmlformats.org/officeDocument/2006/relationships" id="287" r:id="R22c16393af3e4523"/>
    <p:sldId xmlns:r="http://schemas.openxmlformats.org/officeDocument/2006/relationships" id="288" r:id="Recf882907b93424c"/>
    <p:sldId xmlns:r="http://schemas.openxmlformats.org/officeDocument/2006/relationships" id="289" r:id="R966521f19de540ab"/>
    <p:sldId xmlns:r="http://schemas.openxmlformats.org/officeDocument/2006/relationships" id="290" r:id="R13ccb50093264928"/>
    <p:sldId xmlns:r="http://schemas.openxmlformats.org/officeDocument/2006/relationships" id="291" r:id="R43a9d201bb9446e6"/>
    <p:sldId xmlns:r="http://schemas.openxmlformats.org/officeDocument/2006/relationships" id="292" r:id="R153380ec5dc24f7c"/>
    <p:sldId xmlns:r="http://schemas.openxmlformats.org/officeDocument/2006/relationships" id="293" r:id="Red122c5d061d4ecd"/>
    <p:sldId xmlns:r="http://schemas.openxmlformats.org/officeDocument/2006/relationships" id="294" r:id="Ra4ee4c8049de4bd5"/>
    <p:sldId xmlns:r="http://schemas.openxmlformats.org/officeDocument/2006/relationships" id="295" r:id="R98d0537a2ef74536"/>
    <p:sldId xmlns:r="http://schemas.openxmlformats.org/officeDocument/2006/relationships" id="296" r:id="Rdb3519366e454202"/>
    <p:sldId xmlns:r="http://schemas.openxmlformats.org/officeDocument/2006/relationships" id="297" r:id="R2ec97f4b8192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2d2cd17a64f91" /><Relationship Type="http://schemas.openxmlformats.org/officeDocument/2006/relationships/slideMaster" Target="/ppt/slideMasters/slideMaster1.xml" Id="Rbdea45e168134786" /><Relationship Type="http://schemas.openxmlformats.org/officeDocument/2006/relationships/notesMaster" Target="/ppt/notesMasters/notesMaster1.xml" Id="R746a809eb157487b" /><Relationship Type="http://schemas.openxmlformats.org/officeDocument/2006/relationships/presProps" Target="/ppt/presProps.xml" Id="R75958cf1051849f0" /><Relationship Type="http://schemas.openxmlformats.org/officeDocument/2006/relationships/tableStyles" Target="/ppt/tableStyles.xml" Id="R0de26aafe4c14152" /><Relationship Type="http://schemas.openxmlformats.org/officeDocument/2006/relationships/slide" Target="/ppt/slides/slide1.xml" Id="R2fb5f79bf1534579" /><Relationship Type="http://schemas.openxmlformats.org/officeDocument/2006/relationships/slide" Target="/ppt/slides/slide2.xml" Id="Rc05ab4da274f4261" /><Relationship Type="http://schemas.openxmlformats.org/officeDocument/2006/relationships/slide" Target="/ppt/slides/slide3.xml" Id="R80b119f1dd794bc9" /><Relationship Type="http://schemas.openxmlformats.org/officeDocument/2006/relationships/slide" Target="/ppt/slides/slide4.xml" Id="R7cbf89b57aa24ed9" /><Relationship Type="http://schemas.openxmlformats.org/officeDocument/2006/relationships/slide" Target="/ppt/slides/slide5.xml" Id="Rc4a74526c98f4ba0" /><Relationship Type="http://schemas.openxmlformats.org/officeDocument/2006/relationships/slide" Target="/ppt/slides/slide6.xml" Id="R412d2e85291a4e75" /><Relationship Type="http://schemas.openxmlformats.org/officeDocument/2006/relationships/slide" Target="/ppt/slides/slide7.xml" Id="Ra4ceeb64a3a04411" /><Relationship Type="http://schemas.openxmlformats.org/officeDocument/2006/relationships/slide" Target="/ppt/slides/slide8.xml" Id="R6df5a43ffcc742f9" /><Relationship Type="http://schemas.openxmlformats.org/officeDocument/2006/relationships/slide" Target="/ppt/slides/slide9.xml" Id="R69bd9b1e85034006" /><Relationship Type="http://schemas.openxmlformats.org/officeDocument/2006/relationships/slide" Target="/ppt/slides/slide10.xml" Id="Raa72a89d168b4767" /><Relationship Type="http://schemas.openxmlformats.org/officeDocument/2006/relationships/slide" Target="/ppt/slides/slide11.xml" Id="R65688f3e02ab42ca" /><Relationship Type="http://schemas.openxmlformats.org/officeDocument/2006/relationships/slide" Target="/ppt/slides/slide12.xml" Id="Rea98a95c4c1a4884" /><Relationship Type="http://schemas.openxmlformats.org/officeDocument/2006/relationships/slide" Target="/ppt/slides/slide13.xml" Id="Rd97ef9ce395c4835" /><Relationship Type="http://schemas.openxmlformats.org/officeDocument/2006/relationships/slide" Target="/ppt/slides/slide14.xml" Id="Re2d38e9c7edb43dc" /><Relationship Type="http://schemas.openxmlformats.org/officeDocument/2006/relationships/slide" Target="/ppt/slides/slide15.xml" Id="Raee9486ec3984d02" /><Relationship Type="http://schemas.openxmlformats.org/officeDocument/2006/relationships/slide" Target="/ppt/slides/slide16.xml" Id="R09f08f49cf8747c5" /><Relationship Type="http://schemas.openxmlformats.org/officeDocument/2006/relationships/slide" Target="/ppt/slides/slide17.xml" Id="Rbc316f208f124db8" /><Relationship Type="http://schemas.openxmlformats.org/officeDocument/2006/relationships/slide" Target="/ppt/slides/slide18.xml" Id="R1b721bf58a6e4ea1" /><Relationship Type="http://schemas.openxmlformats.org/officeDocument/2006/relationships/slide" Target="/ppt/slides/slide19.xml" Id="R958c379f576e469e" /><Relationship Type="http://schemas.openxmlformats.org/officeDocument/2006/relationships/slide" Target="/ppt/slides/slide20.xml" Id="R2bbecde75c0e41fa" /><Relationship Type="http://schemas.openxmlformats.org/officeDocument/2006/relationships/slide" Target="/ppt/slides/slide21.xml" Id="Rde114ee5199e4e4f" /><Relationship Type="http://schemas.openxmlformats.org/officeDocument/2006/relationships/slide" Target="/ppt/slides/slide22.xml" Id="R0d83e72fe28543cb" /><Relationship Type="http://schemas.openxmlformats.org/officeDocument/2006/relationships/slide" Target="/ppt/slides/slide23.xml" Id="R1f9e1c351fa54e42" /><Relationship Type="http://schemas.openxmlformats.org/officeDocument/2006/relationships/slide" Target="/ppt/slides/slide24.xml" Id="R0bfcb73d8fde4b93" /><Relationship Type="http://schemas.openxmlformats.org/officeDocument/2006/relationships/slide" Target="/ppt/slides/slide25.xml" Id="Rc986e8ea941c43d6" /><Relationship Type="http://schemas.openxmlformats.org/officeDocument/2006/relationships/slide" Target="/ppt/slides/slide26.xml" Id="Raee112b8ebb84921" /><Relationship Type="http://schemas.openxmlformats.org/officeDocument/2006/relationships/slide" Target="/ppt/slides/slide27.xml" Id="R55c86288b75d4aa9" /><Relationship Type="http://schemas.openxmlformats.org/officeDocument/2006/relationships/slide" Target="/ppt/slides/slide28.xml" Id="Rd2795b7ef24143c4" /><Relationship Type="http://schemas.openxmlformats.org/officeDocument/2006/relationships/slide" Target="/ppt/slides/slide29.xml" Id="Rc4da4f007cb34dc4" /><Relationship Type="http://schemas.openxmlformats.org/officeDocument/2006/relationships/slide" Target="/ppt/slides/slide30.xml" Id="Rda54d52eb803499c" /><Relationship Type="http://schemas.openxmlformats.org/officeDocument/2006/relationships/slide" Target="/ppt/slides/slide31.xml" Id="Rf76fb1259e3b4755" /><Relationship Type="http://schemas.openxmlformats.org/officeDocument/2006/relationships/slide" Target="/ppt/slides/slide32.xml" Id="R22c16393af3e4523" /><Relationship Type="http://schemas.openxmlformats.org/officeDocument/2006/relationships/slide" Target="/ppt/slides/slide33.xml" Id="Recf882907b93424c" /><Relationship Type="http://schemas.openxmlformats.org/officeDocument/2006/relationships/slide" Target="/ppt/slides/slide34.xml" Id="R966521f19de540ab" /><Relationship Type="http://schemas.openxmlformats.org/officeDocument/2006/relationships/slide" Target="/ppt/slides/slide35.xml" Id="R13ccb50093264928" /><Relationship Type="http://schemas.openxmlformats.org/officeDocument/2006/relationships/slide" Target="/ppt/slides/slide36.xml" Id="R43a9d201bb9446e6" /><Relationship Type="http://schemas.openxmlformats.org/officeDocument/2006/relationships/slide" Target="/ppt/slides/slide37.xml" Id="R153380ec5dc24f7c" /><Relationship Type="http://schemas.openxmlformats.org/officeDocument/2006/relationships/slide" Target="/ppt/slides/slide38.xml" Id="Red122c5d061d4ecd" /><Relationship Type="http://schemas.openxmlformats.org/officeDocument/2006/relationships/slide" Target="/ppt/slides/slide39.xml" Id="Ra4ee4c8049de4bd5" /><Relationship Type="http://schemas.openxmlformats.org/officeDocument/2006/relationships/slide" Target="/ppt/slides/slide40.xml" Id="R98d0537a2ef74536" /><Relationship Type="http://schemas.openxmlformats.org/officeDocument/2006/relationships/slide" Target="/ppt/slides/slide41.xml" Id="Rdb3519366e454202" /><Relationship Type="http://schemas.openxmlformats.org/officeDocument/2006/relationships/slide" Target="/ppt/slides/slide42.xml" Id="R2ec97f4b8192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cd7033d41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605ad87b24b12" /><Relationship Type="http://schemas.openxmlformats.org/officeDocument/2006/relationships/notesMaster" Target="/ppt/notesMasters/notesMaster1.xml" Id="R4d7d785cab6c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b4be34693f43f9" /><Relationship Type="http://schemas.openxmlformats.org/officeDocument/2006/relationships/notesMaster" Target="/ppt/notesMasters/notesMaster1.xml" Id="Rbea3e5475900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aed27b011448f4" /><Relationship Type="http://schemas.openxmlformats.org/officeDocument/2006/relationships/notesMaster" Target="/ppt/notesMasters/notesMaster1.xml" Id="R64d90902cb44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540475ce07466b" /><Relationship Type="http://schemas.openxmlformats.org/officeDocument/2006/relationships/notesMaster" Target="/ppt/notesMasters/notesMaster1.xml" Id="R2fa3ba2b45c7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34a9f8e3d14ad7" /><Relationship Type="http://schemas.openxmlformats.org/officeDocument/2006/relationships/notesMaster" Target="/ppt/notesMasters/notesMaster1.xml" Id="R1626bc4ee68c44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923c70d914cd9" /><Relationship Type="http://schemas.openxmlformats.org/officeDocument/2006/relationships/notesMaster" Target="/ppt/notesMasters/notesMaster1.xml" Id="R60d4f8f75e6243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dae578c0e4c93" /><Relationship Type="http://schemas.openxmlformats.org/officeDocument/2006/relationships/notesMaster" Target="/ppt/notesMasters/notesMaster1.xml" Id="R812f35b04a4e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88ff212a94405" /><Relationship Type="http://schemas.openxmlformats.org/officeDocument/2006/relationships/notesMaster" Target="/ppt/notesMasters/notesMaster1.xml" Id="R2d4782d1df274c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94146bdc2346cf" /><Relationship Type="http://schemas.openxmlformats.org/officeDocument/2006/relationships/notesMaster" Target="/ppt/notesMasters/notesMaster1.xml" Id="R2bb548cda2ea47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dd9f0395404afe" /><Relationship Type="http://schemas.openxmlformats.org/officeDocument/2006/relationships/notesMaster" Target="/ppt/notesMasters/notesMaster1.xml" Id="R44b9bbb9ec1442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e4e2e77c0e4f53" /><Relationship Type="http://schemas.openxmlformats.org/officeDocument/2006/relationships/notesMaster" Target="/ppt/notesMasters/notesMaster1.xml" Id="R938f7dcb813f44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626ffd53cf43f8" /><Relationship Type="http://schemas.openxmlformats.org/officeDocument/2006/relationships/notesMaster" Target="/ppt/notesMasters/notesMaster1.xml" Id="Rbeab217e186140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c3401e2476447d" /><Relationship Type="http://schemas.openxmlformats.org/officeDocument/2006/relationships/notesMaster" Target="/ppt/notesMasters/notesMaster1.xml" Id="Ra8a6be67f3e145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29d5a2c83a46ef" /><Relationship Type="http://schemas.openxmlformats.org/officeDocument/2006/relationships/notesMaster" Target="/ppt/notesMasters/notesMaster1.xml" Id="R48319a9dff2b41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fedc120924490f" /><Relationship Type="http://schemas.openxmlformats.org/officeDocument/2006/relationships/notesMaster" Target="/ppt/notesMasters/notesMaster1.xml" Id="R462b02caf94e42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9d0c707d20403f" /><Relationship Type="http://schemas.openxmlformats.org/officeDocument/2006/relationships/notesMaster" Target="/ppt/notesMasters/notesMaster1.xml" Id="R87a51ed98e044f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aea677d3d645a9" /><Relationship Type="http://schemas.openxmlformats.org/officeDocument/2006/relationships/notesMaster" Target="/ppt/notesMasters/notesMaster1.xml" Id="R80b3e647649c42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cc61a43df243e3" /><Relationship Type="http://schemas.openxmlformats.org/officeDocument/2006/relationships/notesMaster" Target="/ppt/notesMasters/notesMaster1.xml" Id="R799cd01ab6a141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b9b941786b4a46" /><Relationship Type="http://schemas.openxmlformats.org/officeDocument/2006/relationships/notesMaster" Target="/ppt/notesMasters/notesMaster1.xml" Id="R413d624b055447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9f8ab36c6147d8" /><Relationship Type="http://schemas.openxmlformats.org/officeDocument/2006/relationships/notesMaster" Target="/ppt/notesMasters/notesMaster1.xml" Id="Rc286d99fa0c740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0539327c364ab8" /><Relationship Type="http://schemas.openxmlformats.org/officeDocument/2006/relationships/notesMaster" Target="/ppt/notesMasters/notesMaster1.xml" Id="R298a9451601b47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c92358518444e8" /><Relationship Type="http://schemas.openxmlformats.org/officeDocument/2006/relationships/notesMaster" Target="/ppt/notesMasters/notesMaster1.xml" Id="Re7757b9c82684c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3055a689274585" /><Relationship Type="http://schemas.openxmlformats.org/officeDocument/2006/relationships/notesMaster" Target="/ppt/notesMasters/notesMaster1.xml" Id="R11b79ddafc4f4c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b63bf3ffa84f62" /><Relationship Type="http://schemas.openxmlformats.org/officeDocument/2006/relationships/notesMaster" Target="/ppt/notesMasters/notesMaster1.xml" Id="R79bb92fba86844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9a22360c764f41" /><Relationship Type="http://schemas.openxmlformats.org/officeDocument/2006/relationships/notesMaster" Target="/ppt/notesMasters/notesMaster1.xml" Id="R7460ac39067e4a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6c73153f8243c9" /><Relationship Type="http://schemas.openxmlformats.org/officeDocument/2006/relationships/notesMaster" Target="/ppt/notesMasters/notesMaster1.xml" Id="Rbb522497079346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5389f3d95242cd" /><Relationship Type="http://schemas.openxmlformats.org/officeDocument/2006/relationships/notesMaster" Target="/ppt/notesMasters/notesMaster1.xml" Id="R95ab2af0e74049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0c604311dd4ec4" /><Relationship Type="http://schemas.openxmlformats.org/officeDocument/2006/relationships/notesMaster" Target="/ppt/notesMasters/notesMaster1.xml" Id="Rc2ebc87626244a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b463f370c4423a" /><Relationship Type="http://schemas.openxmlformats.org/officeDocument/2006/relationships/notesMaster" Target="/ppt/notesMasters/notesMaster1.xml" Id="R08ec062f0a814b4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a9f5b196e84c60" /><Relationship Type="http://schemas.openxmlformats.org/officeDocument/2006/relationships/notesMaster" Target="/ppt/notesMasters/notesMaster1.xml" Id="R3f2cb5a69b6343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31cc872fae54c4d" /><Relationship Type="http://schemas.openxmlformats.org/officeDocument/2006/relationships/notesMaster" Target="/ppt/notesMasters/notesMaster1.xml" Id="Rc1ff07ee2c804e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c78e7440db4929" /><Relationship Type="http://schemas.openxmlformats.org/officeDocument/2006/relationships/notesMaster" Target="/ppt/notesMasters/notesMaster1.xml" Id="R9061e92eba764cd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dbbb2a6d2c54ca2" /><Relationship Type="http://schemas.openxmlformats.org/officeDocument/2006/relationships/notesMaster" Target="/ppt/notesMasters/notesMaster1.xml" Id="R7b945c622296496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59218b4fcd41e6" /><Relationship Type="http://schemas.openxmlformats.org/officeDocument/2006/relationships/notesMaster" Target="/ppt/notesMasters/notesMaster1.xml" Id="Rce77ae408b1244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24be6c5152c479b" /><Relationship Type="http://schemas.openxmlformats.org/officeDocument/2006/relationships/notesMaster" Target="/ppt/notesMasters/notesMaster1.xml" Id="R110ad985734046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cc8534ff80b4c09" /><Relationship Type="http://schemas.openxmlformats.org/officeDocument/2006/relationships/notesMaster" Target="/ppt/notesMasters/notesMaster1.xml" Id="R8e138fc16c6c49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2132cefe32d4d90" /><Relationship Type="http://schemas.openxmlformats.org/officeDocument/2006/relationships/notesMaster" Target="/ppt/notesMasters/notesMaster1.xml" Id="R99436d8adfc840b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49191358d94b04" /><Relationship Type="http://schemas.openxmlformats.org/officeDocument/2006/relationships/notesMaster" Target="/ppt/notesMasters/notesMaster1.xml" Id="R72af9fb2bb3f417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5745fead524684" /><Relationship Type="http://schemas.openxmlformats.org/officeDocument/2006/relationships/notesMaster" Target="/ppt/notesMasters/notesMaster1.xml" Id="Rbdcfee8c06414a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e1ad8c09f054654" /><Relationship Type="http://schemas.openxmlformats.org/officeDocument/2006/relationships/notesMaster" Target="/ppt/notesMasters/notesMaster1.xml" Id="Re0b71e305a7149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ecbc7d116f94d25" /><Relationship Type="http://schemas.openxmlformats.org/officeDocument/2006/relationships/notesMaster" Target="/ppt/notesMasters/notesMaster1.xml" Id="R1a91743796194d1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b8bd48363dd4e04" /><Relationship Type="http://schemas.openxmlformats.org/officeDocument/2006/relationships/notesMaster" Target="/ppt/notesMasters/notesMaster1.xml" Id="R1512ef76d318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Allow 10 minutes: individual prediction, paired reasoning,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Allow 10 minutes to predict and calculate, then a 10-minute break.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Discuss the assumptions and reproduce the relevant derivation in the separate booklet.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  <a:p xmlns:a="http://schemas.openxmlformats.org/drawingml/2006/main">
            <a:r>
              <a:t>Allow 8 minutes. Answers remain in the separate instructor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reference with enlarged equation region. The separate full-resolution derivation PDF includes interface sketches and page labels. Sources: Jackson, Classical Electrodynamics, 3rd ed., Chapters 4-7. MIT OCW 6.641 L1-L3, L7-L8: https://ocw.mit.edu/courses/6-641-electromagnetic-fields-forces-and-motion-spring-2005/pages/lecture-notes/ . Instructor-created numerical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6090fdc1841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58fe7e4b941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2a3d7f7b74c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90ce3955740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f2a3afc7644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b7e799405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B9548-682B-499A-A7BA-22AA68985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245D5B-5665-4C41-8F52-EBBA97844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1C99E6-765B-4412-BF32-12B65C859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92D18-BA36-4988-9548-F11841A77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8F61D7-8382-4740-920E-7A82965D6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FFFF18-06AB-48E0-9B62-52594CEAA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DB56AB-778A-4CCB-AEBC-333AEEE44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4F51F4-A803-4775-B66F-4AA44B56E4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65C17E-7CE9-4013-B9B4-C9037C968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5E54ED-8912-4999-9311-268B7B67B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5073e3b53f4632" /><Relationship Type="http://schemas.openxmlformats.org/officeDocument/2006/relationships/slideLayout" Target="/ppt/slideLayouts/slideLayout1.xml" Id="R9b0b22e31cc24a82" /><Relationship Type="http://schemas.openxmlformats.org/officeDocument/2006/relationships/slideLayout" Target="/ppt/slideLayouts/slideLayout2.xml" Id="R4b36f08065c24aab" /><Relationship Type="http://schemas.openxmlformats.org/officeDocument/2006/relationships/slideLayout" Target="/ppt/slideLayouts/slideLayout3.xml" Id="R4dfc3c7026544dee" /><Relationship Type="http://schemas.openxmlformats.org/officeDocument/2006/relationships/slideLayout" Target="/ppt/slideLayouts/slideLayout4.xml" Id="Radf098f239c34ff9" /><Relationship Type="http://schemas.openxmlformats.org/officeDocument/2006/relationships/slideLayout" Target="/ppt/slideLayouts/slideLayout5.xml" Id="Rc91cbda20f6c459a" /><Relationship Type="http://schemas.openxmlformats.org/officeDocument/2006/relationships/slideLayout" Target="/ppt/slideLayouts/slideLayout6.xml" Id="R8543b8bd87e2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b22e31cc24a82"/>
    <p:sldLayoutId xmlns:r="http://schemas.openxmlformats.org/officeDocument/2006/relationships" id="2147483650" r:id="R4b36f08065c24aab"/>
    <p:sldLayoutId xmlns:r="http://schemas.openxmlformats.org/officeDocument/2006/relationships" id="2147483651" r:id="R4dfc3c7026544dee"/>
    <p:sldLayoutId xmlns:r="http://schemas.openxmlformats.org/officeDocument/2006/relationships" id="2147483652" r:id="Radf098f239c34ff9"/>
    <p:sldLayoutId xmlns:r="http://schemas.openxmlformats.org/officeDocument/2006/relationships" id="2147483653" r:id="Rc91cbda20f6c459a"/>
    <p:sldLayoutId xmlns:r="http://schemas.openxmlformats.org/officeDocument/2006/relationships" id="2147483654" r:id="R8543b8bd87e2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13abf38d14b71" /><Relationship Type="http://schemas.openxmlformats.org/officeDocument/2006/relationships/notesSlide" Target="/ppt/notesSlides/notesSlide1.xml" Id="R0c70d9a0ba3d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60330899044f7" /><Relationship Type="http://schemas.openxmlformats.org/officeDocument/2006/relationships/notesSlide" Target="/ppt/notesSlides/notesSlide2.xml" Id="Rf0b8c666af724d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2ff6bc3394b98" /><Relationship Type="http://schemas.openxmlformats.org/officeDocument/2006/relationships/notesSlide" Target="/ppt/notesSlides/notesSlide3.xml" Id="R518627e84449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f63968b0e4fbb" /><Relationship Type="http://schemas.openxmlformats.org/officeDocument/2006/relationships/notesSlide" Target="/ppt/notesSlides/notesSlide4.xml" Id="Racbff2cb95bf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6a8ce91564ea1" /><Relationship Type="http://schemas.openxmlformats.org/officeDocument/2006/relationships/notesSlide" Target="/ppt/notesSlides/notesSlide5.xml" Id="Rb0f151c587ba46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7ae0b47ad4e92" /><Relationship Type="http://schemas.openxmlformats.org/officeDocument/2006/relationships/notesSlide" Target="/ppt/notesSlides/notesSlide6.xml" Id="R8362afd6fe4542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431f2574a49f8" /><Relationship Type="http://schemas.openxmlformats.org/officeDocument/2006/relationships/notesSlide" Target="/ppt/notesSlides/notesSlide7.xml" Id="Raa018676b20a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32c654d484f16" /><Relationship Type="http://schemas.openxmlformats.org/officeDocument/2006/relationships/notesSlide" Target="/ppt/notesSlides/notesSlide8.xml" Id="Rafe9d40abbd742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e29f87bae4e94" /><Relationship Type="http://schemas.openxmlformats.org/officeDocument/2006/relationships/notesSlide" Target="/ppt/notesSlides/notesSlide9.xml" Id="R6a1831f11e8149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aad78710a4463" /><Relationship Type="http://schemas.openxmlformats.org/officeDocument/2006/relationships/notesSlide" Target="/ppt/notesSlides/notesSlide10.xml" Id="R95f7845a116448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99e04809d45c9" /><Relationship Type="http://schemas.openxmlformats.org/officeDocument/2006/relationships/notesSlide" Target="/ppt/notesSlides/notesSlide11.xml" Id="Rff8ed59a62d341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469fdce35480e" /><Relationship Type="http://schemas.openxmlformats.org/officeDocument/2006/relationships/notesSlide" Target="/ppt/notesSlides/notesSlide12.xml" Id="Rbd8349ef005c4d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ff62564494ab3" /><Relationship Type="http://schemas.openxmlformats.org/officeDocument/2006/relationships/notesSlide" Target="/ppt/notesSlides/notesSlide13.xml" Id="R3cf294ad13e74d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3861128ea4108" /><Relationship Type="http://schemas.openxmlformats.org/officeDocument/2006/relationships/notesSlide" Target="/ppt/notesSlides/notesSlide14.xml" Id="R6ce91ee5f2084a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2519e4f2d49b4" /><Relationship Type="http://schemas.openxmlformats.org/officeDocument/2006/relationships/notesSlide" Target="/ppt/notesSlides/notesSlide15.xml" Id="R4f1e680c5c9d42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37f792b0941df" /><Relationship Type="http://schemas.openxmlformats.org/officeDocument/2006/relationships/notesSlide" Target="/ppt/notesSlides/notesSlide16.xml" Id="Redd0093007ef42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7d55108984af5" /><Relationship Type="http://schemas.openxmlformats.org/officeDocument/2006/relationships/notesSlide" Target="/ppt/notesSlides/notesSlide17.xml" Id="R6467cf40671645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415a66f554af3" /><Relationship Type="http://schemas.openxmlformats.org/officeDocument/2006/relationships/notesSlide" Target="/ppt/notesSlides/notesSlide18.xml" Id="R217114ba7aab48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1176a135e464e" /><Relationship Type="http://schemas.openxmlformats.org/officeDocument/2006/relationships/notesSlide" Target="/ppt/notesSlides/notesSlide19.xml" Id="Ra4c4492db65e46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7df8d2d234785" /><Relationship Type="http://schemas.openxmlformats.org/officeDocument/2006/relationships/notesSlide" Target="/ppt/notesSlides/notesSlide20.xml" Id="R15acb82fe85649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1ed20d34d4b2f" /><Relationship Type="http://schemas.openxmlformats.org/officeDocument/2006/relationships/notesSlide" Target="/ppt/notesSlides/notesSlide21.xml" Id="Rf77a6d330d234e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94c8ab105497b" /><Relationship Type="http://schemas.openxmlformats.org/officeDocument/2006/relationships/notesSlide" Target="/ppt/notesSlides/notesSlide22.xml" Id="R4bfe3641cf5b40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eb679abd84247" /><Relationship Type="http://schemas.openxmlformats.org/officeDocument/2006/relationships/notesSlide" Target="/ppt/notesSlides/notesSlide23.xml" Id="R1457fa7536f44b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f91ea8e1a4c67" /><Relationship Type="http://schemas.openxmlformats.org/officeDocument/2006/relationships/notesSlide" Target="/ppt/notesSlides/notesSlide24.xml" Id="R1612621516c847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57ed601da4dbc" /><Relationship Type="http://schemas.openxmlformats.org/officeDocument/2006/relationships/notesSlide" Target="/ppt/notesSlides/notesSlide25.xml" Id="Raade9e04bdf74f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0adc6f4c647c8" /><Relationship Type="http://schemas.openxmlformats.org/officeDocument/2006/relationships/notesSlide" Target="/ppt/notesSlides/notesSlide26.xml" Id="R7f9a30c2c0eb41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cd2046a8b4b85" /><Relationship Type="http://schemas.openxmlformats.org/officeDocument/2006/relationships/notesSlide" Target="/ppt/notesSlides/notesSlide27.xml" Id="Rbc56d2b37fba4db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c581d5d4f4fac" /><Relationship Type="http://schemas.openxmlformats.org/officeDocument/2006/relationships/notesSlide" Target="/ppt/notesSlides/notesSlide28.xml" Id="R4a42cbb60a094d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b6b12ea9b42c6" /><Relationship Type="http://schemas.openxmlformats.org/officeDocument/2006/relationships/notesSlide" Target="/ppt/notesSlides/notesSlide29.xml" Id="R5979f489988940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c09a7b2640ed" /><Relationship Type="http://schemas.openxmlformats.org/officeDocument/2006/relationships/notesSlide" Target="/ppt/notesSlides/notesSlide30.xml" Id="R7a7b6ebc511541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db4ba9fda4490" /><Relationship Type="http://schemas.openxmlformats.org/officeDocument/2006/relationships/image" Target="/ppt/media/image.png" Id="R1877076c58cb49ee" /><Relationship Type="http://schemas.openxmlformats.org/officeDocument/2006/relationships/notesSlide" Target="/ppt/notesSlides/notesSlide31.xml" Id="Raac841ff5b58470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b3ca954c54574" /><Relationship Type="http://schemas.openxmlformats.org/officeDocument/2006/relationships/image" Target="/ppt/media/image2.png" Id="Ra6336f1ec2464226" /><Relationship Type="http://schemas.openxmlformats.org/officeDocument/2006/relationships/notesSlide" Target="/ppt/notesSlides/notesSlide32.xml" Id="R5564c66b91b049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6909a687f42c9" /><Relationship Type="http://schemas.openxmlformats.org/officeDocument/2006/relationships/image" Target="/ppt/media/image3.png" Id="Rf5370a1edf0f4aca" /><Relationship Type="http://schemas.openxmlformats.org/officeDocument/2006/relationships/notesSlide" Target="/ppt/notesSlides/notesSlide33.xml" Id="R174f7011ce65409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e0b94be28e4f0a" /><Relationship Type="http://schemas.openxmlformats.org/officeDocument/2006/relationships/image" Target="/ppt/media/image4.png" Id="R19b5af0d539c4f17" /><Relationship Type="http://schemas.openxmlformats.org/officeDocument/2006/relationships/notesSlide" Target="/ppt/notesSlides/notesSlide34.xml" Id="R75daff8785a8463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6584b0a704771" /><Relationship Type="http://schemas.openxmlformats.org/officeDocument/2006/relationships/image" Target="/ppt/media/image5.png" Id="Rd0bf97cae9fd4377" /><Relationship Type="http://schemas.openxmlformats.org/officeDocument/2006/relationships/notesSlide" Target="/ppt/notesSlides/notesSlide35.xml" Id="Rdd8b48c6add449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7c0356fbc4e75" /><Relationship Type="http://schemas.openxmlformats.org/officeDocument/2006/relationships/image" Target="/ppt/media/image6.png" Id="R1f9b83b3a6f2415c" /><Relationship Type="http://schemas.openxmlformats.org/officeDocument/2006/relationships/notesSlide" Target="/ppt/notesSlides/notesSlide36.xml" Id="R99dfb550a372430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83fe7de0e45e1" /><Relationship Type="http://schemas.openxmlformats.org/officeDocument/2006/relationships/image" Target="/ppt/media/image7.png" Id="Rd9ca855066f248f0" /><Relationship Type="http://schemas.openxmlformats.org/officeDocument/2006/relationships/notesSlide" Target="/ppt/notesSlides/notesSlide37.xml" Id="Rbb17904b091248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39ffe2b484dd8" /><Relationship Type="http://schemas.openxmlformats.org/officeDocument/2006/relationships/image" Target="/ppt/media/image8.png" Id="Ra8698b2e2d5943e5" /><Relationship Type="http://schemas.openxmlformats.org/officeDocument/2006/relationships/notesSlide" Target="/ppt/notesSlides/notesSlide38.xml" Id="R07bf91f3be1b4e0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3b2393c504a0c" /><Relationship Type="http://schemas.openxmlformats.org/officeDocument/2006/relationships/image" Target="/ppt/media/image9.png" Id="Raa0080c5e99b4afd" /><Relationship Type="http://schemas.openxmlformats.org/officeDocument/2006/relationships/notesSlide" Target="/ppt/notesSlides/notesSlide39.xml" Id="R883a00832e3448c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40a594d7e4056" /><Relationship Type="http://schemas.openxmlformats.org/officeDocument/2006/relationships/image" Target="/ppt/media/image10.png" Id="R25c261682c854b0c" /><Relationship Type="http://schemas.openxmlformats.org/officeDocument/2006/relationships/notesSlide" Target="/ppt/notesSlides/notesSlide40.xml" Id="R57ea54c9f0a941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50c9297084312" /><Relationship Type="http://schemas.openxmlformats.org/officeDocument/2006/relationships/image" Target="/ppt/media/image11.png" Id="R8e6e7a58e1f04eb9" /><Relationship Type="http://schemas.openxmlformats.org/officeDocument/2006/relationships/notesSlide" Target="/ppt/notesSlides/notesSlide41.xml" Id="R39c1da846ce74b0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f1706bd3d4f76" /><Relationship Type="http://schemas.openxmlformats.org/officeDocument/2006/relationships/image" Target="/ppt/media/image12.png" Id="R1f66bb2b4a124647" /><Relationship Type="http://schemas.openxmlformats.org/officeDocument/2006/relationships/notesSlide" Target="/ppt/notesSlides/notesSlide42.xml" Id="R14463ec54d764d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C008306-F73C-4639-A0BD-8DD09E4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Maxwell equations and material interfaces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DC6CF94-E1E1-444B-8263-4ED806AE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Advanced Electromagnetic Fields and Waves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A6F5DCF-0997-47CA-B963-CF214B05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15 October 2026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3C1E4FA-E765-44E8-BDB6-F74342A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Dr. Junaid Ali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FF74EA9-D61F-42E1-92FF-70ED8A86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150-minute graduate class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8A0AADA-61C7-4E8A-AFCF-E3FDC7B4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 / 42</a:t>
            </a:r>
          </a:p>
        </p:txBody>
      </p:sp>
    </p:spTree>
    <p:extLst>
      <p:ext uri="{BB962C8B-B14F-4D97-AF65-F5344CB8AC3E}">
        <p14:creationId xmlns:p14="http://schemas.microsoft.com/office/powerpoint/2010/main" val="1109724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8525EFF-A26F-4968-9F43-7243D09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C2E6416-57BF-49AC-A218-14F02C7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Write Maxwell equations with consistent free sources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7353037-A986-4D5A-8DB4-ABF92B40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Derive charge conservation and the four interface laws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D3D1E19-4E04-4FE0-977D-0E40AFF7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Declare constitutive assumptions and normal directions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4C1353B-30C7-423B-8567-FB3EB5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Solve dielectric and current-sheet interface problems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04AF600-CE71-4B96-8372-37461615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 / 42</a:t>
            </a:r>
          </a:p>
        </p:txBody>
      </p:sp>
    </p:spTree>
    <p:extLst>
      <p:ext uri="{BB962C8B-B14F-4D97-AF65-F5344CB8AC3E}">
        <p14:creationId xmlns:p14="http://schemas.microsoft.com/office/powerpoint/2010/main" val="1504968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86C2DDE-F646-47D0-AC05-CAA2D35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Opening diagnostic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1DFC66D-3920-4959-89E6-D32A3B3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Is E = −∇Φ sufficient when B changes in time?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20DCD84-01DD-4A2A-99A4-CA0D8C8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Can a charge-free region contain a nonzero field?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885CE65-B272-4771-A81D-E977D404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Is the full electric-field vector continuous at an uncharged interface?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4DCE2B55-32B0-4E43-BEC9-075477AA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Individual prediction, then paired justification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83B17A3-880D-46EA-A2FF-D09F6D5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3 / 42</a:t>
            </a:r>
          </a:p>
        </p:txBody>
      </p:sp>
    </p:spTree>
    <p:extLst>
      <p:ext uri="{BB962C8B-B14F-4D97-AF65-F5344CB8AC3E}">
        <p14:creationId xmlns:p14="http://schemas.microsoft.com/office/powerpoint/2010/main" val="277816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4692A4A-6AB8-449F-A0EB-9AC3943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Macroscopic fields and free sources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D7A57F2-1634-4F08-9385-E85ABFE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 [V/m] and B [T] describe electric and magnetic fields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9E45341-1279-4565-B0A8-8A286529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 [C/m²] includes electric polarization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8ABBE90-6CC0-4157-943A-721A326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H [A/m] separates the magnetization response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E35F44B-5A58-48D1-9058-07C47CF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ρ_f [C/m³] and J_f [A/m²] are free sources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5B3DE1C-CAEF-4F4E-9AAA-D3B1DBF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4 / 42</a:t>
            </a:r>
          </a:p>
        </p:txBody>
      </p:sp>
    </p:spTree>
    <p:extLst>
      <p:ext uri="{BB962C8B-B14F-4D97-AF65-F5344CB8AC3E}">
        <p14:creationId xmlns:p14="http://schemas.microsoft.com/office/powerpoint/2010/main" val="472935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734099B-719B-4305-B3E9-45214BF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Gauss laws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9E546E1-87B3-426E-B414-E010B2EC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∮ D · da = Q_free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9B74DB2-EA0C-4A4E-B102-86B9319F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∮ B · da = 0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29F1570-BB05-44FB-A2DE-7B5654B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· D = ρ_f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FE58A3B-8EB9-445E-9BF9-F656C08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· B = 0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8202B64-F98A-4314-BE44-D9910BB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Closed-surface normals point outward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43E4153-DE1C-48DD-9A41-3951343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5 / 42</a:t>
            </a:r>
          </a:p>
        </p:txBody>
      </p:sp>
    </p:spTree>
    <p:extLst>
      <p:ext uri="{BB962C8B-B14F-4D97-AF65-F5344CB8AC3E}">
        <p14:creationId xmlns:p14="http://schemas.microsoft.com/office/powerpoint/2010/main" val="2126312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5DC81BC-001D-42FC-9637-544421AB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Circulation laws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BA1D44F-AEFC-4920-AE96-3B7B1D0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∮ E · dℓ = −d/dt ∫ B · da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3BBA728-514C-4F25-92C3-672A1331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∮ H · dℓ = ∫ J_f · da + d/dt ∫ D · da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C3E79CF-F626-477F-881A-EA503182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× E = −∂B/∂t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51C221E-49F1-48A6-AD79-CA5924D3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× H = J_f + ∂D/∂t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9A7994A8-6419-4C63-8179-0BD2685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Contours and spanning surfaces are fixed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BBC2DDE-3E31-4AB6-8A25-4A007C4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6 / 42</a:t>
            </a:r>
          </a:p>
        </p:txBody>
      </p:sp>
    </p:spTree>
    <p:extLst>
      <p:ext uri="{BB962C8B-B14F-4D97-AF65-F5344CB8AC3E}">
        <p14:creationId xmlns:p14="http://schemas.microsoft.com/office/powerpoint/2010/main" val="179018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F2338AC-F74F-4C56-93BF-D350E96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Integral and differential forms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7D13442-C320-4CAD-B440-82F11A0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Divergence theorem converts flux to a volume integral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9EFC02A-D751-4393-9C21-2118E0C3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Stokes theorem converts circulation to a surface integral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DF5F8E5-6E7E-43B8-A3AC-ECDFA3B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Arbitrary small regions identify the local integrands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8CEF11A-6338-4EDC-8A29-E8767B45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Use integral laws at interfaces where fields jump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8E0EFAE-D605-4107-B584-87570065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7 / 42</a:t>
            </a:r>
          </a:p>
        </p:txBody>
      </p:sp>
    </p:spTree>
    <p:extLst>
      <p:ext uri="{BB962C8B-B14F-4D97-AF65-F5344CB8AC3E}">
        <p14:creationId xmlns:p14="http://schemas.microsoft.com/office/powerpoint/2010/main" val="488415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BCC8ED2-F8D0-474F-8566-7945F310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Displacement current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B8B52A6-AE9D-478E-A80D-69C053A3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J_displacement = ∂D/∂t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7AA11C7-714A-4D79-A9D3-C91A813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The displacement term permits time-dependent free charge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C715E2E-D064-406F-8153-7CDA93EF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It supplies the capacitor-gap contribution to Ampere law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FFDC0C0D-1BB3-4CA7-A1C2-B787F0C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Its physical interpretation differs from free-charge transport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DEEB222-894E-4692-AA38-2B827A3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8 / 42</a:t>
            </a:r>
          </a:p>
        </p:txBody>
      </p:sp>
    </p:spTree>
    <p:extLst>
      <p:ext uri="{BB962C8B-B14F-4D97-AF65-F5344CB8AC3E}">
        <p14:creationId xmlns:p14="http://schemas.microsoft.com/office/powerpoint/2010/main" val="560371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4D10CAD-F2F9-4E3B-B79A-0ABEB5C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Charge conservation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91B7771-48A9-4B5F-B036-E1356F10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· (∇ × H) = 0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5229CD6-0DAF-46E8-B4E1-394EF11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0 = ∇ · J_f + ∂(∇ · D)/∂t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7DA5A18-AB0A-4EC5-9FB9-5FDB0ACD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· D = ρ_f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AE25B4E-15EC-4F03-A68D-6E9E2FA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∂ρ_f/∂t + ∇ · J_f = 0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037961-295E-4BB0-AA48-8DB85DB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9 / 42</a:t>
            </a:r>
          </a:p>
        </p:txBody>
      </p:sp>
    </p:spTree>
    <p:extLst>
      <p:ext uri="{BB962C8B-B14F-4D97-AF65-F5344CB8AC3E}">
        <p14:creationId xmlns:p14="http://schemas.microsoft.com/office/powerpoint/2010/main" val="1592388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D22454B-CCE8-4B33-8F33-811E8FC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Charging capacitor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4C73A62-58B4-45AA-99DC-9E0A60AD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Uniform vacuum gap: D_n = Q/A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F30BA78-0C20-45EC-93FF-FD0A7906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I_d = A ∂D_n/∂t = dQ/dt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75AAACF-61AA-43EE-A846-13389F4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 = ε₀A/d and I_d = C dV/dt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C2C0855-90D5-41D8-8108-AB3364B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 = 0.010 m², d = 1.0 mm, dV/dt = 10⁶ V/s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6B1286B1-A48B-483A-AC55-95CD80C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I_d = 88.5 μA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2966B3B-75D5-4BC0-9AE5-9DA08D54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10 / 42</a:t>
            </a:r>
          </a:p>
        </p:txBody>
      </p:sp>
    </p:spTree>
    <p:extLst>
      <p:ext uri="{BB962C8B-B14F-4D97-AF65-F5344CB8AC3E}">
        <p14:creationId xmlns:p14="http://schemas.microsoft.com/office/powerpoint/2010/main" val="305063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565CA91-2067-47A4-8F0C-C8C070A2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Polarization and displacement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6E65F36-D87C-4B86-8105-0779643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 = ε₀E + P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9F986C4-3A14-4C6E-90F5-4E90148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 is electric dipole moment per unit volume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47DEFFE-8393-47B2-91F1-C4973FD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Bound volume charge: ρ_b = −∇ · P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6422115-E29E-4097-B769-EEBDA8F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Bound surface charge: σ_b = P · n_outward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B15CF88-11A5-484C-AB39-49D5345F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11 / 42</a:t>
            </a:r>
          </a:p>
        </p:txBody>
      </p:sp>
    </p:spTree>
    <p:extLst>
      <p:ext uri="{BB962C8B-B14F-4D97-AF65-F5344CB8AC3E}">
        <p14:creationId xmlns:p14="http://schemas.microsoft.com/office/powerpoint/2010/main" val="1418080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399EFDB-A3A4-4462-AE10-01AB4997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Magnetization and magnetic field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E36A962-FBA3-447B-BE7D-898443E8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 = μ₀(H + M)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46BEA89-9F38-4AD7-83FB-3B65383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 is magnetic dipole moment per unit volume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C605E96-251C-4915-BFF5-BB3D49D2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Bound bulk current: J_b = ∂P/∂t + ∇ × M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0CF71F4-CBA9-4685-90DA-9BADA4C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Macroscopic Ampere law uses free current J_f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3030D66-1708-4575-B23B-AC9EC7B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12 / 42</a:t>
            </a:r>
          </a:p>
        </p:txBody>
      </p:sp>
    </p:spTree>
    <p:extLst>
      <p:ext uri="{BB962C8B-B14F-4D97-AF65-F5344CB8AC3E}">
        <p14:creationId xmlns:p14="http://schemas.microsoft.com/office/powerpoint/2010/main" val="1197205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D24BAC1-A355-4C1C-866F-A055F63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Constitutive models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A17F50A-0424-41F9-A332-16E8C3B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Linear, local, isotropic, nondispersive response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5AA0055-D1B6-4071-A8C6-02EEDB1F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 = ε₀χ_eE and M = χ_mH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B4CA0CB-F9AE-4814-BEB2-1AEC609D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 = εE and B = μH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DB5A8DE-518A-47AF-8AC3-85361CB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Ohmic conduction: J_cond = σE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1C852783-885F-4F6B-AAD5-2D8D548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Free current may also include impressed sources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79C2756-0E06-4BB4-81BF-1C454F4C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13 / 42</a:t>
            </a:r>
          </a:p>
        </p:txBody>
      </p:sp>
    </p:spTree>
    <p:extLst>
      <p:ext uri="{BB962C8B-B14F-4D97-AF65-F5344CB8AC3E}">
        <p14:creationId xmlns:p14="http://schemas.microsoft.com/office/powerpoint/2010/main" val="2144241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886C68F-4133-4D32-BF9C-758059FB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Anisotropy and dispersion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21A89E2-AF96-420D-9F30-1472A2C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Anisotropy: D_i = Σ_j ε_ij E_j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C74DE44-F74F-4E56-ADAE-619A1FA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Dispersion: ε depends on frequency and response has memory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7BAE7B5-601F-4271-A7A5-1E41B3A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Nonlinearity: response depends on field strength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7DAD44E-3E0F-4B2D-B9D2-BBEAA7E4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Scalar interface ratios require scalar ε and μ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957177A-3B91-4611-8983-5FD39E0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14 / 42</a:t>
            </a:r>
          </a:p>
        </p:txBody>
      </p:sp>
    </p:spTree>
    <p:extLst>
      <p:ext uri="{BB962C8B-B14F-4D97-AF65-F5344CB8AC3E}">
        <p14:creationId xmlns:p14="http://schemas.microsoft.com/office/powerpoint/2010/main" val="226231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BD2EDCF-366B-468D-8B2A-AB36EB4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Frequency convention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9E64E52-B9A0-44B1-A228-FD0943DC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Use fields proportional to exp(−iωt)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7798453-2463-4A5D-9280-43D5C7F0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× E = iωB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38BC8FF-393C-4A70-A70A-5E52ED0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× H = J_f − iωD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418D89A-5E06-4012-A76F-A282E9BB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For J_f = σE: ε_eff = ε + iσ/ω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0E2B9FB-9391-4A1E-9AEF-FAB60F62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Avoid counting conductivity twice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8D4161D-E38C-40D8-9207-417DCA07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15 / 42</a:t>
            </a:r>
          </a:p>
        </p:txBody>
      </p:sp>
    </p:spTree>
    <p:extLst>
      <p:ext uri="{BB962C8B-B14F-4D97-AF65-F5344CB8AC3E}">
        <p14:creationId xmlns:p14="http://schemas.microsoft.com/office/powerpoint/2010/main" val="3806409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74AB5A-DF27-4AFD-BB50-F1B878AB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Guided dielectric example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B2EB9D8-F95B-4730-8F21-1548286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Interface z = 0, normal n = ẑ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4BC4A61-811A-4075-9E36-6D5242F6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ε₁ = 2ε₀, ε₂ = 5ε₀ and σ_f = 0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86D764E-885E-4A34-95DE-1A8DE56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E₁ = 30x̂ + 50ẑ V/m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733D87F-8C28-4E67-98F6-1A614D6A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Predict E₂ using normal and tangential components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28EAA87D-23A6-4E99-9A68-147F2AD5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10-minute break follows this calculation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1D64F03-A8A1-4D16-A45C-2A16E01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16 / 42</a:t>
            </a:r>
          </a:p>
        </p:txBody>
      </p:sp>
    </p:spTree>
    <p:extLst>
      <p:ext uri="{BB962C8B-B14F-4D97-AF65-F5344CB8AC3E}">
        <p14:creationId xmlns:p14="http://schemas.microsoft.com/office/powerpoint/2010/main" val="1198656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6E974C6-5647-4B15-B864-B87BC02F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Interface notation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D81A941-1012-4261-A3DA-9CB0F27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Normal n points from medium 1 to medium 2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F521B60-C789-4C88-AB92-D850413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Resolve each field into normal and tangential components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D5A219D-09F5-4FE9-B5A6-087003D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σ_f denotes free sheet charge [C/m²]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482DB21-AE40-4071-A752-9590D6F1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K_f denotes tangential free sheet current [A/m]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3926D642-2813-42D0-8A5D-33B6F85A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Stationary ordinary interface, finite bulk fields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27CFF58-F4C4-489E-B936-A2BA7058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17 / 42</a:t>
            </a:r>
          </a:p>
        </p:txBody>
      </p:sp>
    </p:spTree>
    <p:extLst>
      <p:ext uri="{BB962C8B-B14F-4D97-AF65-F5344CB8AC3E}">
        <p14:creationId xmlns:p14="http://schemas.microsoft.com/office/powerpoint/2010/main" val="14895874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A85B202-2D25-4489-8596-E2CE5560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Normal electric displacement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1349798-D9B4-472D-A470-775005BC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Gauss pillbox: (D₂n − D₁n)A + side flux = Q_free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2081385-827B-4434-9B3B-0B19099E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As height tends to zero, regular bulk terms vanish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6ED6C38-569D-4EE5-9FF0-979EA35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Free surface charge σ_f A survives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41D616E-B048-418B-88BE-DD9565E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 · (D₂ − D₁) = σ_f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66041FDB-4C9A-4B86-BC3D-509FDCF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For scalar media: ε₂E₂n − ε₁E₁n = σ_f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6EBE8F7-7C4F-4776-A73F-2A3F53B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18 / 42</a:t>
            </a:r>
          </a:p>
        </p:txBody>
      </p:sp>
    </p:spTree>
    <p:extLst>
      <p:ext uri="{BB962C8B-B14F-4D97-AF65-F5344CB8AC3E}">
        <p14:creationId xmlns:p14="http://schemas.microsoft.com/office/powerpoint/2010/main" val="2501519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2FAE62B-6F6A-483C-8C00-85A1BBC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Normal magnetic flux density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B528010-915D-48F3-9E9E-69E1F60C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Apply ∮ B · da = 0 to the same pillbox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7DB5985-25D1-4559-BF87-B433D86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Side flux vanishes with pillbox height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7BBBC7B-0078-40A0-B690-871BE4D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 · (B₂ − B₁) = 0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EF40D4B-1533-424D-8DBE-AFC26ED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B₂n = B₁n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C42A692B-A7E8-46CC-B788-04A8FF3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For scalar media: μ₂H₂n = μ₁H₁n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BFB4A72-BDCB-4212-B3C2-83B0A0FC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19 / 42</a:t>
            </a:r>
          </a:p>
        </p:txBody>
      </p:sp>
    </p:spTree>
    <p:extLst>
      <p:ext uri="{BB962C8B-B14F-4D97-AF65-F5344CB8AC3E}">
        <p14:creationId xmlns:p14="http://schemas.microsoft.com/office/powerpoint/2010/main" val="12517857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9579B59-D8E1-4376-9D9D-8528B8F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Tangential electric field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E78D337-7156-45C3-A136-05CFC988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Apply Faraday law to a shrinking rectangular loop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38E30F2-7264-45FE-A737-497EEC56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Finite ∂B/∂t makes the flux term vanish with area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E39CE0E-C506-43CA-B1CB-E90E903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The long-edge circulation survives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333BD6F4-2BFD-43D6-BE77-3C1BFB7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 × (E₂ − E₁) = 0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3C00A21B-4A02-468B-A828-13D4B90B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Valid during induction at an ordinary interface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07C40BF-647B-4E1C-B9CD-F07CB99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20 / 42</a:t>
            </a:r>
          </a:p>
        </p:txBody>
      </p:sp>
    </p:spTree>
    <p:extLst>
      <p:ext uri="{BB962C8B-B14F-4D97-AF65-F5344CB8AC3E}">
        <p14:creationId xmlns:p14="http://schemas.microsoft.com/office/powerpoint/2010/main" val="14890980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6DCDF09-3FDC-4B49-9737-50AFDEE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Tangential magnetic field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B732EA9-E197-48E0-B758-AF924491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Apply Ampere-Maxwell law to the shrinking loop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F0EA8F7-164F-4E36-9B2E-8D67EF1B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Regular bulk current and displacement flux vanish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988E9F6-1785-4D15-A5AB-9B347D4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Free sheet current survives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812E9421-1E73-466C-AFEE-4623C693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 × (H₂ − H₁) = K_f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DE4B00B2-07C5-4507-BEDB-A0F4B9A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H₂t − H₁t = K_f × 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D39FEF6-8A25-4E8C-93E4-24AAC1C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21 / 42</a:t>
            </a:r>
          </a:p>
        </p:txBody>
      </p:sp>
    </p:spTree>
    <p:extLst>
      <p:ext uri="{BB962C8B-B14F-4D97-AF65-F5344CB8AC3E}">
        <p14:creationId xmlns:p14="http://schemas.microsoft.com/office/powerpoint/2010/main" val="8748493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3CF473C-0165-4D07-B0DE-A37CE425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Current-sheet sign check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50A8E75-CAD8-4A99-B804-61EECD7C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Take n = ẑ and K_f = Kx̂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F1DA64A-8214-4CC9-B370-D84A358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K_f × n = −Kŷ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407510D-1BF5-446E-A462-68DDB4C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Therefore ΔH_t = −Kŷ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14AF2A6-C0A7-4ADB-A2A8-1CEFE1B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Check: ẑ × (−Kŷ) = Kx̂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453C72BB-4530-4204-BC93-86DF6470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Reversing the normal also reverses the jump convention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D77798C-5023-4774-9636-57E9161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22 / 42</a:t>
            </a:r>
          </a:p>
        </p:txBody>
      </p:sp>
    </p:spTree>
    <p:extLst>
      <p:ext uri="{BB962C8B-B14F-4D97-AF65-F5344CB8AC3E}">
        <p14:creationId xmlns:p14="http://schemas.microsoft.com/office/powerpoint/2010/main" val="12807562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47805B6-749B-41C9-A5A6-50E76B8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Four interface laws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961F99D-FB20-4F6C-BE6C-7847394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D₂n − D₁n = σ_f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144D2B4-FC97-4A02-87F7-AD20692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B₂n − B₁n = 0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2BAD22B-75EB-4836-8A90-88A3C4D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E₂t − E₁t = 0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57065E0-4B17-4E86-B72C-D1C1A88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 × (H₂ − H₁) = K_f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3F5A77D6-D643-449B-BC81-5F2D5360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Zero free sheet sources give the corresponding continuity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8EF9229-7165-4029-84C4-49853C4B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23 / 42</a:t>
            </a:r>
          </a:p>
        </p:txBody>
      </p:sp>
    </p:spTree>
    <p:extLst>
      <p:ext uri="{BB962C8B-B14F-4D97-AF65-F5344CB8AC3E}">
        <p14:creationId xmlns:p14="http://schemas.microsoft.com/office/powerpoint/2010/main" val="10263212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4FF4B62-08C5-43DA-9F8B-63EE862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Uncharged dielectric solution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1BD1BB8-A8EB-40B5-A962-5AE789A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ε₁ = 2ε₀ and ε₂ = 5ε₀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11D8E1B3-7D7E-4503-BADC-852E5A45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E₂x = E₁x = 30 V/m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010386F-9E2F-4427-AC9F-C2B81A50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ε₂E₂z = ε₁E₁z gives E₂z = 20 V/m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018F1E6-DAAA-4720-B6A4-5AAAE99B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E₂ = 30x̂ + 20ẑ V/m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17B1D970-CA6F-49DC-BC16-03D80BDA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Normal E changes despite zero free sheet charge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70ECB22-0621-4A5C-A952-21DE50C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24 / 42</a:t>
            </a:r>
          </a:p>
        </p:txBody>
      </p:sp>
    </p:spTree>
    <p:extLst>
      <p:ext uri="{BB962C8B-B14F-4D97-AF65-F5344CB8AC3E}">
        <p14:creationId xmlns:p14="http://schemas.microsoft.com/office/powerpoint/2010/main" val="10322080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2ADEC26-A94E-4218-BA9C-D7071D0D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Charged dielectric solution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B84F5BD-F902-406C-86A5-1CF2B6F1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ε₁ = 2ε₀ and ε₂ = 4ε₀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53C8686-9FEF-471F-B2FC-D1243C1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E₁ = 100x̂ + 200ẑ V/m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A5F66A1-D268-47A1-A126-C10CCB2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σ_f = 3.542 × 10⁻⁹ C/m²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7F4B455-CDBF-435E-A71B-E5E32D9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E₂x = 100 V/m and E₂z ≈ 200 V/m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F7536EA5-9882-482B-BAF2-3B3C72F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Selected sheet charge permits equal normal E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4CB196C-5059-4367-A709-E9C6FFBD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25 / 42</a:t>
            </a:r>
          </a:p>
        </p:txBody>
      </p:sp>
    </p:spTree>
    <p:extLst>
      <p:ext uri="{BB962C8B-B14F-4D97-AF65-F5344CB8AC3E}">
        <p14:creationId xmlns:p14="http://schemas.microsoft.com/office/powerpoint/2010/main" val="12567753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EFF7F6F-D924-48B6-B1EA-E489D49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Free current-sheet solution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4D00BC2-139E-4CFD-A995-525AB47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K_f = 6x̂ A/m, n = ẑ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E9A5D3A-EAAC-45D5-AD99-46BA891B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H₁ = 2ŷ + 3ẑ A/m, μ₂ = 2μ₁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30AF9D2-844F-48EC-9E11-40BD3E8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ΔH_t = −6ŷ A/m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A8BDB1D-CEF3-49D4-9C00-FA36215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Normal B gives H₂z = 1.5 A/m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E357960-D606-48AB-9CC0-22CC37C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H₂ = −4ŷ + 1.5ẑ A/m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94C884F-ABAF-40AC-9813-C937F64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26 / 42</a:t>
            </a:r>
          </a:p>
        </p:txBody>
      </p:sp>
    </p:spTree>
    <p:extLst>
      <p:ext uri="{BB962C8B-B14F-4D97-AF65-F5344CB8AC3E}">
        <p14:creationId xmlns:p14="http://schemas.microsoft.com/office/powerpoint/2010/main" val="11043405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BBFB146-F084-4DC3-A01B-8A6EDD8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Perfect electric conductor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04B2DD9-6483-48AC-9A5F-3175B952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With the usual initially field-free interior: E = 0, B = 0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24577CB-6377-498A-B025-97C1188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For the outward conductor normal: E_t = 0 and D_n = σ_f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FEAEFD9-A2E0-47AF-B493-4EA7293A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B_n = 0 and n × H = K_f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129971A5-59EC-42A2-9DA3-DC4DB81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Infinite conductivity alone allows trapped static flux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955DBFA-605D-4BD5-BD21-2053B19B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Meissner expulsion requires additional superconducting physics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D65B709-9415-452C-9DF4-90C40A1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27 / 42</a:t>
            </a:r>
          </a:p>
        </p:txBody>
      </p:sp>
    </p:spTree>
    <p:extLst>
      <p:ext uri="{BB962C8B-B14F-4D97-AF65-F5344CB8AC3E}">
        <p14:creationId xmlns:p14="http://schemas.microsoft.com/office/powerpoint/2010/main" val="12314241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B7DA463-3A68-4D76-8330-A581060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Electrostatic potential at interfaces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F6FE6D2-C153-4C73-9E12-F5511C6B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 = −∇Φ gives ∇ · (ε∇Φ) = −ρ_f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DF92F2E-C641-4D2A-BF87-7FEF00EE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Uniform scalar ε gives ∇²Φ = −ρ_f/ε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220BB7A-DDEB-46DE-AB34-E3E1BA9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Ordinary interface without an ideal dipole sheet: Φ₁ = Φ₂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7EB3CF4F-853F-4AA4-A9DF-5344296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ε₁∂Φ₁/∂n − ε₂∂Φ₂/∂n = σ_f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BF12BCC8-DFED-4CDE-8F81-49F7A88D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Both derivatives use the same normal direction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0B04D7B-C9BC-4B02-A160-EB61CB7B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28 / 42</a:t>
            </a:r>
          </a:p>
        </p:txBody>
      </p:sp>
    </p:spTree>
    <p:extLst>
      <p:ext uri="{BB962C8B-B14F-4D97-AF65-F5344CB8AC3E}">
        <p14:creationId xmlns:p14="http://schemas.microsoft.com/office/powerpoint/2010/main" val="14648063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F9318BA-4082-4B83-B808-67D74D1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Wave-equation preview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18EAF34-514C-4EF5-AC98-8B43FEF8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Homogeneous, source-free, lossless scalar medium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DA96781-6E50-4D89-BB60-1C90FC8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Curl Faraday law and use Ampere-Maxwell law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2370372-1C81-4B4D-9577-2C1968E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∇ × (∇ × E) = ∇(∇ · E) − ∇²E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7905196E-64E6-4193-98FE-DCE1A87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With ∇ · E = 0: ∇²E − με ∂²E/∂t² = 0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67A72683-1C29-40E4-9B1C-E46C1D6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Interface laws will constrain reflected and transmitted waves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E114BFF-6B3C-442F-83E4-2E95A238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29 / 42</a:t>
            </a:r>
          </a:p>
        </p:txBody>
      </p:sp>
    </p:spTree>
    <p:extLst>
      <p:ext uri="{BB962C8B-B14F-4D97-AF65-F5344CB8AC3E}">
        <p14:creationId xmlns:p14="http://schemas.microsoft.com/office/powerpoint/2010/main" val="24632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F49CB80-DD42-461D-856F-E833DFB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Exit assessment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06351D3-ECBE-4D42-AD94-0ADFBFF8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Identify continuous components when ε₂ = 3ε₁ and sheet sources vanish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2494027-8CCE-48C2-8339-4E55977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Derive charge conservation from Ampere-Maxwell law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8049FCC-5036-4E22-8A43-DFB054E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Find ΔH_t for n = ẑ and K_f = 4ŷ A/m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50AAE0D-EAAD-4573-8DDC-B7A39084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Complete the original post-class problem set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F8404E1-E536-4823-B9D8-B2167218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Use the derivation booklet for revision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DDCFF3C-B28F-4196-94DA-B42307DD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15 October 2026    30 / 42</a:t>
            </a:r>
          </a:p>
        </p:txBody>
      </p:sp>
    </p:spTree>
    <p:extLst>
      <p:ext uri="{BB962C8B-B14F-4D97-AF65-F5344CB8AC3E}">
        <p14:creationId xmlns:p14="http://schemas.microsoft.com/office/powerpoint/2010/main" val="13210847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107488-99B9-41EC-AAAB-1176ADBF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1: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9ED38-1108-4189-9318-9D9B7281B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7076c58cb49ee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5C3D599-D837-44E2-9950-4B294771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1    31 / 42</a:t>
            </a:r>
          </a:p>
        </p:txBody>
      </p:sp>
    </p:spTree>
    <p:extLst>
      <p:ext uri="{BB962C8B-B14F-4D97-AF65-F5344CB8AC3E}">
        <p14:creationId xmlns:p14="http://schemas.microsoft.com/office/powerpoint/2010/main" val="4752326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DDC045-2CCA-4739-8AFF-9E0BD422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2: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463F0-4C47-4E11-ABCB-19CF25766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36f1ec2464226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DD57743-AAB6-4D0B-B304-F814D97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2    32 / 42</a:t>
            </a:r>
          </a:p>
        </p:txBody>
      </p:sp>
    </p:spTree>
    <p:extLst>
      <p:ext uri="{BB962C8B-B14F-4D97-AF65-F5344CB8AC3E}">
        <p14:creationId xmlns:p14="http://schemas.microsoft.com/office/powerpoint/2010/main" val="10679008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B977EF-DB17-4637-83B0-D17D8FE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3: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4C57-041C-43FA-A1C3-32D19150E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0a1edf0f4aca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2D0ADFB-7C39-4E24-9B7A-8A6648E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3    33 / 42</a:t>
            </a:r>
          </a:p>
        </p:txBody>
      </p:sp>
    </p:spTree>
    <p:extLst>
      <p:ext uri="{BB962C8B-B14F-4D97-AF65-F5344CB8AC3E}">
        <p14:creationId xmlns:p14="http://schemas.microsoft.com/office/powerpoint/2010/main" val="9643003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5596E4-445A-4DB2-89F9-5B2D3F9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4: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714E2-5F8E-4BF7-A4E9-0373CA8A1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5af0d539c4f17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F95B2A1-5752-4D5B-8A6B-FB520D2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4    34 / 42</a:t>
            </a:r>
          </a:p>
        </p:txBody>
      </p:sp>
    </p:spTree>
    <p:extLst>
      <p:ext uri="{BB962C8B-B14F-4D97-AF65-F5344CB8AC3E}">
        <p14:creationId xmlns:p14="http://schemas.microsoft.com/office/powerpoint/2010/main" val="4393946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E9A157-5BFE-46F2-A3B8-347FBB2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5: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7BFB2-A658-489C-AA9F-7123F55B1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f97cae9fd4377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B698D3B-3736-41B2-B791-917DE48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5    35 / 42</a:t>
            </a:r>
          </a:p>
        </p:txBody>
      </p:sp>
    </p:spTree>
    <p:extLst>
      <p:ext uri="{BB962C8B-B14F-4D97-AF65-F5344CB8AC3E}">
        <p14:creationId xmlns:p14="http://schemas.microsoft.com/office/powerpoint/2010/main" val="2672095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4A681E-D853-4A8C-BC09-C6F13B76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6: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BF2B0-72F2-43D7-A93F-3FA0192A7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b83b3a6f2415c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0D97146-9C3D-479D-B321-9F86CD4E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6    36 / 42</a:t>
            </a:r>
          </a:p>
        </p:txBody>
      </p:sp>
    </p:spTree>
    <p:extLst>
      <p:ext uri="{BB962C8B-B14F-4D97-AF65-F5344CB8AC3E}">
        <p14:creationId xmlns:p14="http://schemas.microsoft.com/office/powerpoint/2010/main" val="19646414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F8A43C-130E-4EF6-A3AE-4B14081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7: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8CE52-297D-42B7-833F-61CBB2FB9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a855066f248f0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4A746E0-5812-494C-B2CE-65F971E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7    37 / 42</a:t>
            </a:r>
          </a:p>
        </p:txBody>
      </p:sp>
    </p:spTree>
    <p:extLst>
      <p:ext uri="{BB962C8B-B14F-4D97-AF65-F5344CB8AC3E}">
        <p14:creationId xmlns:p14="http://schemas.microsoft.com/office/powerpoint/2010/main" val="140404257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FE625-12DD-4355-B055-C908F01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8: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BEAB4-DA66-4F15-A102-5C1CE112B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98b2e2d5943e5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E5E449B-7BF2-4CEF-B752-BFB10EC6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8    38 / 42</a:t>
            </a:r>
          </a:p>
        </p:txBody>
      </p:sp>
    </p:spTree>
    <p:extLst>
      <p:ext uri="{BB962C8B-B14F-4D97-AF65-F5344CB8AC3E}">
        <p14:creationId xmlns:p14="http://schemas.microsoft.com/office/powerpoint/2010/main" val="12378772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2B9CB1-E6DA-4BEA-BB82-A0B1FB06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9: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D586B-472E-49C3-9DBB-FEC1B5914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80c5e99b4afd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683C024-FEA9-4CAB-9A17-02A9236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9    39 / 42</a:t>
            </a:r>
          </a:p>
        </p:txBody>
      </p:sp>
    </p:spTree>
    <p:extLst>
      <p:ext uri="{BB962C8B-B14F-4D97-AF65-F5344CB8AC3E}">
        <p14:creationId xmlns:p14="http://schemas.microsoft.com/office/powerpoint/2010/main" val="91891669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F06DC8-C72B-452E-8D6E-54606DA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10: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4DE25-0C1C-40E6-AC8A-88DD4AC15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261682c854b0c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D948FF4-4CAD-49CF-B32A-F17D294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10    40 / 42</a:t>
            </a:r>
          </a:p>
        </p:txBody>
      </p:sp>
    </p:spTree>
    <p:extLst>
      <p:ext uri="{BB962C8B-B14F-4D97-AF65-F5344CB8AC3E}">
        <p14:creationId xmlns:p14="http://schemas.microsoft.com/office/powerpoint/2010/main" val="19726986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CAB637-E20A-4784-992D-A97B663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11: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BD966-0851-4658-B7F6-DFDF3CBB4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e7a58e1f04eb9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0A65552-8C5A-4D44-9FE2-57F35D0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11    41 / 42</a:t>
            </a:r>
          </a:p>
        </p:txBody>
      </p:sp>
    </p:spTree>
    <p:extLst>
      <p:ext uri="{BB962C8B-B14F-4D97-AF65-F5344CB8AC3E}">
        <p14:creationId xmlns:p14="http://schemas.microsoft.com/office/powerpoint/2010/main" val="5218718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56515A-7053-4A17-A649-51F525F6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Derivation 12: supplementary board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5C794-8D62-4E2D-82F0-24E0DA4C4C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6bb2b4a124647"/>
          <a:stretch xmlns:a="http://schemas.openxmlformats.org/drawingml/2006/main"/>
        </p:blipFill>
        <p:spPr>
          <a:xfrm xmlns:a="http://schemas.openxmlformats.org/drawingml/2006/main">
            <a:off x="3304111" y="1095375"/>
            <a:ext cx="5583778" cy="5095875"/>
          </a:xfrm>
          <a:prstGeom xmlns:a="http://schemas.openxmlformats.org/drawingml/2006/main" prst="rect">
            <a:avLst/>
          </a:prstGeom>
        </p:spPr>
      </p:pic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1F68177-8BD5-4D1D-8D17-0036ED83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654"/>
                </a:solidFill>
                <a:latin typeface="DejaVu Sans"/>
                <a:ea typeface="DejaVu Sans"/>
                <a:cs typeface="DejaVu Sans"/>
              </a:rPr>
              <a:t>PHY709    Derivation booklet page 12    42 / 42</a:t>
            </a:r>
          </a:p>
        </p:txBody>
      </p:sp>
    </p:spTree>
    <p:extLst>
      <p:ext uri="{BB962C8B-B14F-4D97-AF65-F5344CB8AC3E}">
        <p14:creationId xmlns:p14="http://schemas.microsoft.com/office/powerpoint/2010/main" val="420596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2026-10-14T09:33:51.9700000Z</dcterms:created>
  <dcterms:modified xsi:type="dcterms:W3CDTF">2026-10-14T09:33:51.9700000Z</dcterms:modified>
</coreProperties>
</file>